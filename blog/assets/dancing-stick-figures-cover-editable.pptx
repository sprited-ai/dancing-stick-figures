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25e9f0c7d4df8" /><Relationship Type="http://schemas.openxmlformats.org/officeDocument/2006/relationships/extended-properties" Target="/docProps/app.xml" Id="Re2fbd8a8c1f34095" /><Relationship Type="http://schemas.openxmlformats.org/officeDocument/2006/relationships/officeDocument" Target="/ppt/presentation.xml" Id="R284e2ff7494241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692965bd34c2b"/>
  </p:sldMasterIdLst>
  <p:notesMasterIdLst>
    <p:notesMasterId xmlns:r="http://schemas.openxmlformats.org/officeDocument/2006/relationships" r:id="Re2493f7cfef14bc7"/>
  </p:notesMasterIdLst>
  <p:sldIdLst>
    <p:sldId xmlns:r="http://schemas.openxmlformats.org/officeDocument/2006/relationships" id="256" r:id="Re41e1ca41b9f437f"/>
  </p:sldIdLst>
  <p:sldSz cx="15240000" cy="8001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d2331f9ba64645" /><Relationship Type="http://schemas.openxmlformats.org/officeDocument/2006/relationships/slideMaster" Target="/ppt/slideMasters/slideMaster1.xml" Id="R22e692965bd34c2b" /><Relationship Type="http://schemas.openxmlformats.org/officeDocument/2006/relationships/notesMaster" Target="/ppt/notesMasters/notesMaster1.xml" Id="Re2493f7cfef14bc7" /><Relationship Type="http://schemas.openxmlformats.org/officeDocument/2006/relationships/presProps" Target="/ppt/presProps.xml" Id="R46999ab080814af2" /><Relationship Type="http://schemas.openxmlformats.org/officeDocument/2006/relationships/tableStyles" Target="/ppt/tableStyles.xml" Id="R6ab71fe376074181" /><Relationship Type="http://schemas.openxmlformats.org/officeDocument/2006/relationships/slide" Target="/ppt/slides/slide1.xml" Id="Re41e1ca41b9f43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c12cf79f0d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20af5554749cc" /><Relationship Type="http://schemas.openxmlformats.org/officeDocument/2006/relationships/notesMaster" Target="/ppt/notesMasters/notesMaster1.xml" Id="Rb6f7d44860b5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/Users/jin/dev/dancing-stick-figure/paper/figs/img64_early_1k-4k.png — project-owned training checkpoint samples; cropped without generative modification.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b2671eb49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db0cb26d514a1a" /><Relationship Type="http://schemas.openxmlformats.org/officeDocument/2006/relationships/slideLayout" Target="/ppt/slideLayouts/slideLayout1.xml" Id="Rb64203022899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203022899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d7ede57124e45" /><Relationship Type="http://schemas.openxmlformats.org/officeDocument/2006/relationships/image" Target="/ppt/media/image.png" Id="Rd0cff0c9f8e04b53" /><Relationship Type="http://schemas.openxmlformats.org/officeDocument/2006/relationships/image" Target="/ppt/media/image2.png" Id="R904ac9d64e784ba9" /><Relationship Type="http://schemas.openxmlformats.org/officeDocument/2006/relationships/image" Target="/ppt/media/image3.png" Id="R400c7242b680468f" /><Relationship Type="http://schemas.openxmlformats.org/officeDocument/2006/relationships/image" Target="/ppt/media/image4.png" Id="R233764bccfd84098" /><Relationship Type="http://schemas.openxmlformats.org/officeDocument/2006/relationships/notesSlide" Target="/ppt/notesSlides/notesSlide1.xml" Id="R06c44e218dff4b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FC5F2CD6-5C64-472A-8856-B1314D0D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E5A52"/>
                </a:solidFill>
              </a:defRPr>
            </a:pPr>
            <a:r>
              <a:rPr sz="1500" b="1">
                <a:solidFill>
                  <a:srgbClr val="5E5A52"/>
                </a:solidFill>
              </a:rPr>
              <a:t>AN OPEN DATASET FOR LEARNING VIDEO DIFFUSION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AD866D-F978-4DA6-9A4A-79FAFCAE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62000"/>
            <a:ext cx="13944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61616"/>
                </a:solidFill>
              </a:defRPr>
            </a:pPr>
            <a:r>
              <a:rPr sz="5700" b="1">
                <a:solidFill>
                  <a:srgbClr val="161616"/>
                </a:solidFill>
              </a:rPr>
              <a:t>DANCING STICK FIGURES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62D8406-CDC5-4A30-B208-AADF809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49463F"/>
                </a:solidFill>
              </a:defRPr>
            </a:pPr>
            <a:r>
              <a:rPr sz="2025">
                <a:solidFill>
                  <a:srgbClr val="49463F"/>
                </a:solidFill>
              </a:rPr>
              <a:t>From noise to motion — four real checkpoints from the same model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ff0c9f8e04b53"/>
          <a:stretch xmlns:a="http://schemas.openxmlformats.org/drawingml/2006/main"/>
        </p:blipFill>
        <p:spPr>
          <a:xfrm xmlns:a="http://schemas.openxmlformats.org/drawingml/2006/main">
            <a:off x="685800" y="2400300"/>
            <a:ext cx="289560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60F7CC3-EF6B-4488-97A9-26B6DCF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81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1,000</a:t>
            </a:r>
          </a:p>
        </p:txBody>
      </p:sp>
      <p:sp>
        <p:nvSpPr>
          <p:cNvPr id="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493D23E-5331-4A13-9CEE-88339DA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62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77168"/>
                </a:solidFill>
              </a:defRPr>
            </a:pPr>
            <a:r>
              <a:rPr sz="1200" b="1">
                <a:solidFill>
                  <a:srgbClr val="777168"/>
                </a:solidFill>
              </a:rPr>
              <a:t>TRAINING STEP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ac9d64e784ba9"/>
          <a:stretch xmlns:a="http://schemas.openxmlformats.org/drawingml/2006/main"/>
        </p:blipFill>
        <p:spPr>
          <a:xfrm xmlns:a="http://schemas.openxmlformats.org/drawingml/2006/main">
            <a:off x="4343400" y="2400300"/>
            <a:ext cx="28956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190C70F1-964D-41F3-9ACD-63BAFF76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781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2,000</a:t>
            </a:r>
          </a:p>
        </p:txBody>
      </p:sp>
      <p:sp>
        <p:nvSpPr>
          <p:cNvPr id="9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EAD83C1-3093-4E7F-9FC1-17A699A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162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77168"/>
                </a:solidFill>
              </a:defRPr>
            </a:pPr>
            <a:r>
              <a:rPr sz="1200" b="1">
                <a:solidFill>
                  <a:srgbClr val="777168"/>
                </a:solidFill>
              </a:rPr>
              <a:t>TRAINING STEP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c7242b680468f"/>
          <a:stretch xmlns:a="http://schemas.openxmlformats.org/drawingml/2006/main"/>
        </p:blipFill>
        <p:spPr>
          <a:xfrm xmlns:a="http://schemas.openxmlformats.org/drawingml/2006/main">
            <a:off x="8001000" y="2400300"/>
            <a:ext cx="2895600" cy="4191000"/>
          </a:xfrm>
          <a:prstGeom xmlns:a="http://schemas.openxmlformats.org/drawingml/2006/main" prst="rect">
            <a:avLst/>
          </a:prstGeom>
        </p:spPr>
      </p:pic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671F84D2-3A1E-486A-8542-04BA5183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781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3,000</a:t>
            </a:r>
          </a:p>
        </p:txBody>
      </p:sp>
      <p:sp>
        <p:nvSpPr>
          <p:cNvPr id="12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48DFE0CD-71CD-4F29-8137-39EF282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162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77168"/>
                </a:solidFill>
              </a:defRPr>
            </a:pPr>
            <a:r>
              <a:rPr sz="1200" b="1">
                <a:solidFill>
                  <a:srgbClr val="777168"/>
                </a:solidFill>
              </a:rPr>
              <a:t>TRAINING STEP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764bccfd84098"/>
          <a:stretch xmlns:a="http://schemas.openxmlformats.org/drawingml/2006/main"/>
        </p:blipFill>
        <p:spPr>
          <a:xfrm xmlns:a="http://schemas.openxmlformats.org/drawingml/2006/main">
            <a:off x="11658600" y="2400300"/>
            <a:ext cx="2895600" cy="4191000"/>
          </a:xfrm>
          <a:prstGeom xmlns:a="http://schemas.openxmlformats.org/drawingml/2006/main" prst="rect">
            <a:avLst/>
          </a:prstGeom>
        </p:spPr>
      </p:pic>
      <p:sp>
        <p:nvSpPr>
          <p:cNvPr id="14" name="step-4">
            <a:extLst xmlns:a="http://schemas.openxmlformats.org/drawingml/2006/main">
              <a:ext uri="{FF2B5EF4-FFF2-40B4-BE49-F238E27FC236}">
                <a16:creationId xmlns:a16="http://schemas.microsoft.com/office/drawing/2014/main" id="{CFD60AFA-8D85-4475-AFB8-3CB6C7B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7818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616"/>
                </a:solidFill>
              </a:defRPr>
            </a:pPr>
            <a:r>
              <a:rPr sz="1800" b="1">
                <a:solidFill>
                  <a:srgbClr val="161616"/>
                </a:solidFill>
              </a:rPr>
              <a:t>4,000</a:t>
            </a:r>
          </a:p>
        </p:txBody>
      </p:sp>
      <p:sp>
        <p:nvSpPr>
          <p:cNvPr id="15" name="step-label-4">
            <a:extLst xmlns:a="http://schemas.openxmlformats.org/drawingml/2006/main">
              <a:ext uri="{FF2B5EF4-FFF2-40B4-BE49-F238E27FC236}">
                <a16:creationId xmlns:a16="http://schemas.microsoft.com/office/drawing/2014/main" id="{AB4688F3-3415-43A6-8220-28837D2F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162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77168"/>
                </a:solidFill>
              </a:defRPr>
            </a:pPr>
            <a:r>
              <a:rPr sz="1200" b="1">
                <a:solidFill>
                  <a:srgbClr val="777168"/>
                </a:solidFill>
              </a:rPr>
              <a:t>TRAINING STEP</a:t>
            </a:r>
          </a:p>
        </p:txBody>
      </p:sp>
      <p:sp>
        <p:nvSpPr>
          <p:cNvPr id="16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1F294DF-35E5-46FE-BF94-C2B8B0C4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39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8479"/>
                </a:solidFill>
              </a:defRPr>
            </a:pPr>
            <a:r>
              <a:rPr sz="1050" b="1">
                <a:solidFill>
                  <a:srgbClr val="8A8479"/>
                </a:solidFill>
              </a:rPr>
              <a:t>ACTUAL CHECKPOINT SAMPLES · NO GENERATED COVER ART</a:t>
            </a:r>
          </a:p>
        </p:txBody>
      </p:sp>
    </p:spTree>
    <p:extLst>
      <p:ext uri="{BB962C8B-B14F-4D97-AF65-F5344CB8AC3E}">
        <p14:creationId xmlns:p14="http://schemas.microsoft.com/office/powerpoint/2010/main" val="14155436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2026-08-20T16:35:50.8380000Z</dcterms:created>
  <dcterms:modified xsi:type="dcterms:W3CDTF">2026-08-20T16:35:50.8380000Z</dcterms:modified>
</coreProperties>
</file>