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e48fc6d394706" /><Relationship Type="http://schemas.openxmlformats.org/officeDocument/2006/relationships/extended-properties" Target="/docProps/app.xml" Id="R3c65665f5450476d" /><Relationship Type="http://schemas.openxmlformats.org/officeDocument/2006/relationships/officeDocument" Target="/ppt/presentation.xml" Id="R067c5027510747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68398814448b1"/>
  </p:sldMasterIdLst>
  <p:notesMasterIdLst>
    <p:notesMasterId xmlns:r="http://schemas.openxmlformats.org/officeDocument/2006/relationships" r:id="R72ee7f1d3b794a8a"/>
  </p:notesMasterIdLst>
  <p:sldIdLst>
    <p:sldId xmlns:r="http://schemas.openxmlformats.org/officeDocument/2006/relationships" id="256" r:id="Rd6f0a0141e304b3c"/>
  </p:sldIdLst>
  <p:sldSz cx="1524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3c04d47b2248e0" /><Relationship Type="http://schemas.openxmlformats.org/officeDocument/2006/relationships/slideMaster" Target="/ppt/slideMasters/slideMaster1.xml" Id="R43168398814448b1" /><Relationship Type="http://schemas.openxmlformats.org/officeDocument/2006/relationships/notesMaster" Target="/ppt/notesMasters/notesMaster1.xml" Id="R72ee7f1d3b794a8a" /><Relationship Type="http://schemas.openxmlformats.org/officeDocument/2006/relationships/presProps" Target="/ppt/presProps.xml" Id="Raff4f6c515434f01" /><Relationship Type="http://schemas.openxmlformats.org/officeDocument/2006/relationships/tableStyles" Target="/ppt/tableStyles.xml" Id="Re704cd20a3b24379" /><Relationship Type="http://schemas.openxmlformats.org/officeDocument/2006/relationships/slide" Target="/ppt/slides/slide1.xml" Id="Rd6f0a0141e30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20c855032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f7387e05a4fce" /><Relationship Type="http://schemas.openxmlformats.org/officeDocument/2006/relationships/notesMaster" Target="/ppt/notesMasters/notesMaster1.xml" Id="Racf3cfd8afa64c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base illustration created earlier in this Codex task from the project's dataset contact sheet as a visual reference.</a:t>
            </a:r>
          </a:p>
          <a:p xmlns:a="http://schemas.openxmlformats.org/drawingml/2006/main">
            <a:r>
              <a:t>- Title text added as an editable PowerPoint element; no further image generation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3dad14b14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dfc277eb174dd9" /><Relationship Type="http://schemas.openxmlformats.org/officeDocument/2006/relationships/slideLayout" Target="/ppt/slideLayouts/slideLayout1.xml" Id="R2a95f3be69e84e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5f3be69e84e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dae21b3824094" /><Relationship Type="http://schemas.openxmlformats.org/officeDocument/2006/relationships/image" Target="/ppt/media/image.png" Id="R953e3ac8085845ed" /><Relationship Type="http://schemas.openxmlformats.org/officeDocument/2006/relationships/notesSlide" Target="/ppt/notesSlides/notesSlide1.xml" Id="Ra731a5bd1dee41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e3ac8085845ed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001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49F1C1E-192D-4C0B-9946-B76B11E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390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171717"/>
                </a:solidFill>
              </a:defRPr>
            </a:pPr>
            <a:r>
              <a:rPr sz="5850" b="1">
                <a:solidFill>
                  <a:srgbClr val="171717"/>
                </a:solidFill>
              </a:rPr>
              <a:t>DANCING STICK FIGURES</a:t>
            </a:r>
          </a:p>
        </p:txBody>
      </p:sp>
    </p:spTree>
    <p:extLst>
      <p:ext uri="{BB962C8B-B14F-4D97-AF65-F5344CB8AC3E}">
        <p14:creationId xmlns:p14="http://schemas.microsoft.com/office/powerpoint/2010/main" val="1204819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2026-08-20T16:44:52.6330000Z</dcterms:created>
  <dcterms:modified xsi:type="dcterms:W3CDTF">2026-08-20T16:44:52.6330000Z</dcterms:modified>
</coreProperties>
</file>